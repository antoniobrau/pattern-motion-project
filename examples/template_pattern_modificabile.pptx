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70" r:id="rId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B93FBB8-4574-50BE-7615-530DC2520FED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3F056FF4-4F19-F461-6E81-C730E2384E9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F01E3F9-71F2-43B6-A681-CBBE2357998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417F4B2-2241-478A-9C56-32BFB144012D}" type="datetime1">
              <a:rPr lang="it-IT"/>
              <a:pPr lvl="0"/>
              <a:t>25/11/2025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3371923-6775-3A02-1449-A7671611673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2DEACF9-D989-7264-194B-9948E3A266D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451BE51-F7F3-4248-B7BF-668253B38980}" type="slidenum"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6026345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8309599-421A-D27B-A75A-D8957C25D922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7DF64D1-AF84-228E-24D7-756BB06B0F8C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13BA806-5DBE-CA60-B184-80DCB4EF21A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9D6A979-232A-4C9F-9606-6CF71CE4C418}" type="datetime1">
              <a:rPr lang="it-IT"/>
              <a:pPr lvl="0"/>
              <a:t>25/11/2025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3DC83B7-52FB-BE37-B43C-DF5A11387C1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A1EFB69-7E8B-6233-4806-DB61ECFD2A5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391FFFC-1AF0-49DC-8AB7-626AE9D017F8}" type="slidenum"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3217927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496738B-548D-A5E5-637C-E3A4125814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3E517F6-C838-1D67-EEA4-6D8EC808DF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>
                <a:solidFill>
                  <a:srgbClr val="767676"/>
                </a:solidFill>
              </a:defRPr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D3726D9-8D09-65E4-5C90-B1C61D0EEB0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36A0410-637E-4BBB-8528-121AF8E014EB}" type="datetime1">
              <a:rPr lang="it-IT"/>
              <a:pPr lvl="0"/>
              <a:t>25/11/2025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517C208-AA08-9009-AFC1-F409EF2ACCA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1A84A3C-9A4B-6CBB-BA9C-360BE7B4189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E039C1B-76AC-4B29-B699-A972A2F11560}" type="slidenum"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05204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8F48DE-D2FE-E97C-5E71-FFABCA4F5BB3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0C10E4F-92F7-927B-4C4E-CE5634EE8DF4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B015C89-293F-8892-E1EF-9DDFB38134F1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A0B62C1-749C-8602-0FEB-41FD0D4A6B1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CFF289F-A5C6-44B7-A6A4-78A600513991}" type="datetime1">
              <a:rPr lang="it-IT"/>
              <a:pPr lvl="0"/>
              <a:t>25/11/2025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F33BEFEB-32A3-B2DD-603A-81BFFCC6D87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BE8A524-2B7A-7F94-1CB5-F08D87C9BF3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7DD828E-C793-4A29-95CE-43A9D0397F5D}" type="slidenum"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20057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C2A47D2-6207-15BF-E41B-9294CDF0FC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EEAED66-9C8B-E292-E847-A67188A38D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60764C0C-5A49-2689-E98E-CEA7C4C90F17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66F568B-4C94-AA54-5371-A60B8B3FDC7E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BE8FABA4-63BC-39CB-786F-9E20E5679041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1123326C-1657-F252-3870-27A56823871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333F558-D88D-4324-8E31-FF9AC9B19038}" type="datetime1">
              <a:rPr lang="it-IT"/>
              <a:pPr lvl="0"/>
              <a:t>25/11/2025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E71A337F-490E-57E0-9869-46B6D346BE0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BC459446-24DF-B843-2144-7FDD4195146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B361D70-9CFF-49D6-A350-E6D89DA28229}" type="slidenum"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59845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36E98F7-4C5E-C386-B46B-011E640810BC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7743A13-BF57-87A9-656C-5AAF9F5C524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19349C4-0E8E-40ED-AE8C-1FE6A8030C6C}" type="datetime1">
              <a:rPr lang="it-IT"/>
              <a:pPr lvl="0"/>
              <a:t>25/11/2025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2A19319-C6D1-341B-8B0D-6E379E0E4637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6BBF6D15-A845-365B-13F0-B52C9AB7D11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DB18709-8085-4EC9-BAE2-F1D3EC175DBF}" type="slidenum"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35418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31796D5-4E83-4FD3-D00A-6E52CB7EC72B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C6E768F-15D6-40FD-94E4-0763F57B4F10}" type="datetime1">
              <a:rPr lang="it-IT"/>
              <a:pPr lvl="0"/>
              <a:t>25/11/2025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19E4DF6D-6FC8-BFDB-F3AB-2B565B7A54F8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F59E0B0-63C1-02D6-9BEC-E322E050C63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485C5A6-0917-4C72-9AEA-88B43E7A3AA5}" type="slidenum"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122701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91B83E1-D0EA-9921-F026-B4BDAB25C6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E013259-6041-7430-7F1E-53B113538422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D9C9C66-A404-0474-8A94-3273F73EF200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E6CEA2C-7393-4343-38FA-B29BFC4D764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9F87C04-26EE-45B6-B3F9-4E7480880E45}" type="datetime1">
              <a:rPr lang="it-IT"/>
              <a:pPr lvl="0"/>
              <a:t>25/11/2025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7FBC1D4-A980-0B83-44D6-FED74176549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FDC2638-259F-F967-D0FB-75AA098322D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84579E2-C15B-4F0F-A38D-A6A1F009714F}" type="slidenum"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40108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8543AD1-74FA-8F1C-E09C-61FB81D429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CED17D02-BD11-DDE3-F3D2-D2240D3D9E05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pPr lvl="0"/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EA68814D-2761-3C41-1EB7-F1756FA26ED9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65B20DE-AB81-7CEB-3B16-50E63F2059E7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8BD4EEF-1F38-4203-9AA5-0F96732336DA}" type="datetime1">
              <a:rPr lang="it-IT"/>
              <a:pPr lvl="0"/>
              <a:t>25/11/2025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7C52891-D09C-A105-7005-22EC43642BF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9C6EB66-B1AE-6C4D-01EF-C41FEA0BAD9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F9D76B7-CAF2-4E74-8D10-1BF862806935}" type="slidenum"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4352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63A99C4-8306-5C11-1710-CBF13D9E3CD8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15AFFE51-1761-6546-3755-EBC2DA972794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B4DF61A-DF78-3F9B-2A28-E0AF577C5329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A8F00DD-48AE-4A88-963B-760A10F5C326}" type="datetime1">
              <a:rPr lang="it-IT"/>
              <a:pPr lvl="0"/>
              <a:t>25/11/2025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3474372-C81E-AD34-E731-BE10F9E757D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38FCE6A-F365-09DF-3640-32CD9546C1B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79186D2-447A-494C-93A5-67BE9B7F217D}" type="slidenum"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41179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2F007F7B-A1CB-5C67-7E06-517A1A5FE806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899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364682C3-999E-4DEB-6E01-4F184CC14B24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CEFE8DE-CDA0-C037-24B1-F547ECAD97F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79CBD1F-ACE6-49B1-A7F0-E98C78D9516E}" type="datetime1">
              <a:rPr lang="it-IT"/>
              <a:pPr lvl="0"/>
              <a:t>25/11/2025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EFB71A2-E3A4-4B36-4BC1-47B784091E6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19F2BF4-3727-A2C2-FF40-7E4FD6C8259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BBAAA18-33BE-4D87-B1BA-CEC7EA2E8F52}" type="slidenum"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82050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C80718AB-350E-19B0-009D-6B4236A840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AA3C16A-BA7C-AA86-0C9D-09751A4AEE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FFD14E9-7375-AF55-99E8-A676E162C26D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it-IT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fld id="{3D7500D1-6ECD-4457-8C4E-F514185F97E1}" type="datetime1">
              <a:rPr lang="it-IT"/>
              <a:pPr lvl="0"/>
              <a:t>25/11/2025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84C2316-3750-E908-11FB-C2B031DB39C7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it-IT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3FE2535-8C11-1243-8E90-F12221E74B4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it-IT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fld id="{B871803B-BAE6-460B-9485-59DC875206C1}" type="slidenum"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52696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it-IT" sz="4400" b="0" i="0" u="none" strike="noStrike" kern="1200" cap="none" spc="0" baseline="0">
          <a:solidFill>
            <a:srgbClr val="000000"/>
          </a:solidFill>
          <a:uFillTx/>
          <a:latin typeface="Aptos Display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it-IT" sz="2800" b="0" i="0" u="none" strike="noStrike" kern="1200" cap="none" spc="0" baseline="0">
          <a:solidFill>
            <a:srgbClr val="000000"/>
          </a:solidFill>
          <a:uFillTx/>
          <a:latin typeface="Aptos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it-IT" sz="2400" b="0" i="0" u="none" strike="noStrike" kern="1200" cap="none" spc="0" baseline="0">
          <a:solidFill>
            <a:srgbClr val="000000"/>
          </a:solidFill>
          <a:uFillTx/>
          <a:latin typeface="Aptos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it-IT" sz="2000" b="0" i="0" u="none" strike="noStrike" kern="1200" cap="none" spc="0" baseline="0">
          <a:solidFill>
            <a:srgbClr val="000000"/>
          </a:solidFill>
          <a:uFillTx/>
          <a:latin typeface="Aptos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it-IT" sz="1800" b="0" i="0" u="none" strike="noStrike" kern="1200" cap="none" spc="0" baseline="0">
          <a:solidFill>
            <a:srgbClr val="000000"/>
          </a:solidFill>
          <a:uFillTx/>
          <a:latin typeface="Aptos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it-IT" sz="1800" b="0" i="0" u="none" strike="noStrike" kern="1200" cap="none" spc="0" baseline="0">
          <a:solidFill>
            <a:srgbClr val="000000"/>
          </a:solidFill>
          <a:uFillTx/>
          <a:latin typeface="Apto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5BA609-1F76-46CE-E8EA-26BAE8D59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uppo 32">
            <a:extLst>
              <a:ext uri="{FF2B5EF4-FFF2-40B4-BE49-F238E27FC236}">
                <a16:creationId xmlns:a16="http://schemas.microsoft.com/office/drawing/2014/main" id="{B41ACF7E-76FA-F72F-8ECF-791682E4378E}"/>
              </a:ext>
            </a:extLst>
          </p:cNvPr>
          <p:cNvGrpSpPr/>
          <p:nvPr/>
        </p:nvGrpSpPr>
        <p:grpSpPr>
          <a:xfrm>
            <a:off x="2144486" y="293034"/>
            <a:ext cx="3951514" cy="5911823"/>
            <a:chOff x="1251857" y="565177"/>
            <a:chExt cx="3951514" cy="5911823"/>
          </a:xfrm>
        </p:grpSpPr>
        <p:sp>
          <p:nvSpPr>
            <p:cNvPr id="12" name="Rettangolo 11">
              <a:extLst>
                <a:ext uri="{FF2B5EF4-FFF2-40B4-BE49-F238E27FC236}">
                  <a16:creationId xmlns:a16="http://schemas.microsoft.com/office/drawing/2014/main" id="{636AF630-C191-6910-0E5F-6306D3833DBC}"/>
                </a:ext>
              </a:extLst>
            </p:cNvPr>
            <p:cNvSpPr>
              <a:spLocks/>
            </p:cNvSpPr>
            <p:nvPr/>
          </p:nvSpPr>
          <p:spPr>
            <a:xfrm>
              <a:off x="1251857" y="565177"/>
              <a:ext cx="3951514" cy="591182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grpSp>
          <p:nvGrpSpPr>
            <p:cNvPr id="32" name="Gruppo 31">
              <a:extLst>
                <a:ext uri="{FF2B5EF4-FFF2-40B4-BE49-F238E27FC236}">
                  <a16:creationId xmlns:a16="http://schemas.microsoft.com/office/drawing/2014/main" id="{114FDFB5-78B2-0682-9442-559F988601D1}"/>
                </a:ext>
              </a:extLst>
            </p:cNvPr>
            <p:cNvGrpSpPr/>
            <p:nvPr/>
          </p:nvGrpSpPr>
          <p:grpSpPr>
            <a:xfrm>
              <a:off x="1391380" y="640228"/>
              <a:ext cx="3704415" cy="5652594"/>
              <a:chOff x="1391380" y="640228"/>
              <a:chExt cx="3704415" cy="5652594"/>
            </a:xfrm>
          </p:grpSpPr>
          <p:grpSp>
            <p:nvGrpSpPr>
              <p:cNvPr id="2" name="Gruppo 1">
                <a:extLst>
                  <a:ext uri="{FF2B5EF4-FFF2-40B4-BE49-F238E27FC236}">
                    <a16:creationId xmlns:a16="http://schemas.microsoft.com/office/drawing/2014/main" id="{88381C4F-60A5-744D-7E3B-CDF615ABB7B1}"/>
                  </a:ext>
                </a:extLst>
              </p:cNvPr>
              <p:cNvGrpSpPr/>
              <p:nvPr/>
            </p:nvGrpSpPr>
            <p:grpSpPr>
              <a:xfrm>
                <a:off x="1391380" y="640228"/>
                <a:ext cx="1873018" cy="1745016"/>
                <a:chOff x="6559012" y="275370"/>
                <a:chExt cx="3240000" cy="3240000"/>
              </a:xfrm>
            </p:grpSpPr>
            <p:grpSp>
              <p:nvGrpSpPr>
                <p:cNvPr id="3" name="Gruppo 2">
                  <a:extLst>
                    <a:ext uri="{FF2B5EF4-FFF2-40B4-BE49-F238E27FC236}">
                      <a16:creationId xmlns:a16="http://schemas.microsoft.com/office/drawing/2014/main" id="{04991187-FBEF-58AA-E892-11054D403786}"/>
                    </a:ext>
                  </a:extLst>
                </p:cNvPr>
                <p:cNvGrpSpPr/>
                <p:nvPr/>
              </p:nvGrpSpPr>
              <p:grpSpPr>
                <a:xfrm>
                  <a:off x="6559012" y="275370"/>
                  <a:ext cx="1080000" cy="1080000"/>
                  <a:chOff x="6559012" y="275370"/>
                  <a:chExt cx="1080000" cy="1080000"/>
                </a:xfrm>
              </p:grpSpPr>
              <p:sp>
                <p:nvSpPr>
                  <p:cNvPr id="30" name="Rettangolo 29">
                    <a:extLst>
                      <a:ext uri="{FF2B5EF4-FFF2-40B4-BE49-F238E27FC236}">
                        <a16:creationId xmlns:a16="http://schemas.microsoft.com/office/drawing/2014/main" id="{E639E02E-76A1-AF16-B31B-29577A2D8F27}"/>
                      </a:ext>
                    </a:extLst>
                  </p:cNvPr>
                  <p:cNvSpPr/>
                  <p:nvPr/>
                </p:nvSpPr>
                <p:spPr>
                  <a:xfrm>
                    <a:off x="6577012" y="293370"/>
                    <a:ext cx="1044000" cy="1044000"/>
                  </a:xfrm>
                  <a:prstGeom prst="rect">
                    <a:avLst/>
                  </a:prstGeom>
                  <a:solidFill>
                    <a:srgbClr val="1B0000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it-IT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1" name="Rettangolo 30">
                    <a:extLst>
                      <a:ext uri="{FF2B5EF4-FFF2-40B4-BE49-F238E27FC236}">
                        <a16:creationId xmlns:a16="http://schemas.microsoft.com/office/drawing/2014/main" id="{F6B336F0-D38D-07CB-21B6-00EF2909678C}"/>
                      </a:ext>
                    </a:extLst>
                  </p:cNvPr>
                  <p:cNvSpPr/>
                  <p:nvPr/>
                </p:nvSpPr>
                <p:spPr>
                  <a:xfrm>
                    <a:off x="6559012" y="275370"/>
                    <a:ext cx="1080000" cy="108000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it-IT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4" name="Gruppo 3">
                  <a:extLst>
                    <a:ext uri="{FF2B5EF4-FFF2-40B4-BE49-F238E27FC236}">
                      <a16:creationId xmlns:a16="http://schemas.microsoft.com/office/drawing/2014/main" id="{5B6C58DB-1BF6-FC70-C064-5BEAB0B473A1}"/>
                    </a:ext>
                  </a:extLst>
                </p:cNvPr>
                <p:cNvGrpSpPr/>
                <p:nvPr/>
              </p:nvGrpSpPr>
              <p:grpSpPr>
                <a:xfrm>
                  <a:off x="7639012" y="275370"/>
                  <a:ext cx="1080000" cy="1080000"/>
                  <a:chOff x="6559012" y="275370"/>
                  <a:chExt cx="1080000" cy="1080000"/>
                </a:xfrm>
              </p:grpSpPr>
              <p:sp>
                <p:nvSpPr>
                  <p:cNvPr id="28" name="Rettangolo 27">
                    <a:extLst>
                      <a:ext uri="{FF2B5EF4-FFF2-40B4-BE49-F238E27FC236}">
                        <a16:creationId xmlns:a16="http://schemas.microsoft.com/office/drawing/2014/main" id="{18D4F200-1559-F43B-AAA6-DC90BE2BBE4E}"/>
                      </a:ext>
                    </a:extLst>
                  </p:cNvPr>
                  <p:cNvSpPr/>
                  <p:nvPr/>
                </p:nvSpPr>
                <p:spPr>
                  <a:xfrm>
                    <a:off x="6577012" y="293370"/>
                    <a:ext cx="1044000" cy="1044000"/>
                  </a:xfrm>
                  <a:prstGeom prst="rect">
                    <a:avLst/>
                  </a:prstGeom>
                  <a:solidFill>
                    <a:srgbClr val="1A0000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it-IT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9" name="Rettangolo 28">
                    <a:extLst>
                      <a:ext uri="{FF2B5EF4-FFF2-40B4-BE49-F238E27FC236}">
                        <a16:creationId xmlns:a16="http://schemas.microsoft.com/office/drawing/2014/main" id="{FF99451F-3EAC-EBA4-A355-4956EA5C545A}"/>
                      </a:ext>
                    </a:extLst>
                  </p:cNvPr>
                  <p:cNvSpPr/>
                  <p:nvPr/>
                </p:nvSpPr>
                <p:spPr>
                  <a:xfrm>
                    <a:off x="6559012" y="275370"/>
                    <a:ext cx="1080000" cy="108000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it-IT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5" name="Gruppo 4">
                  <a:extLst>
                    <a:ext uri="{FF2B5EF4-FFF2-40B4-BE49-F238E27FC236}">
                      <a16:creationId xmlns:a16="http://schemas.microsoft.com/office/drawing/2014/main" id="{234C04BA-881E-5F99-1030-7E98680BAF7E}"/>
                    </a:ext>
                  </a:extLst>
                </p:cNvPr>
                <p:cNvGrpSpPr/>
                <p:nvPr/>
              </p:nvGrpSpPr>
              <p:grpSpPr>
                <a:xfrm>
                  <a:off x="8719012" y="275370"/>
                  <a:ext cx="1080000" cy="1080000"/>
                  <a:chOff x="6559012" y="275370"/>
                  <a:chExt cx="1080000" cy="1080000"/>
                </a:xfrm>
              </p:grpSpPr>
              <p:sp>
                <p:nvSpPr>
                  <p:cNvPr id="26" name="Rettangolo 25">
                    <a:extLst>
                      <a:ext uri="{FF2B5EF4-FFF2-40B4-BE49-F238E27FC236}">
                        <a16:creationId xmlns:a16="http://schemas.microsoft.com/office/drawing/2014/main" id="{DC773B28-F05B-1B58-62AB-7DA8E356A759}"/>
                      </a:ext>
                    </a:extLst>
                  </p:cNvPr>
                  <p:cNvSpPr/>
                  <p:nvPr/>
                </p:nvSpPr>
                <p:spPr>
                  <a:xfrm>
                    <a:off x="6577012" y="293370"/>
                    <a:ext cx="1044000" cy="1044000"/>
                  </a:xfrm>
                  <a:prstGeom prst="rect">
                    <a:avLst/>
                  </a:prstGeom>
                  <a:solidFill>
                    <a:srgbClr val="190000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it-IT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7" name="Rettangolo 26">
                    <a:extLst>
                      <a:ext uri="{FF2B5EF4-FFF2-40B4-BE49-F238E27FC236}">
                        <a16:creationId xmlns:a16="http://schemas.microsoft.com/office/drawing/2014/main" id="{0EE37517-0713-F22D-7EBD-AE6DE966F305}"/>
                      </a:ext>
                    </a:extLst>
                  </p:cNvPr>
                  <p:cNvSpPr/>
                  <p:nvPr/>
                </p:nvSpPr>
                <p:spPr>
                  <a:xfrm>
                    <a:off x="6559012" y="275370"/>
                    <a:ext cx="1080000" cy="108000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it-IT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6" name="Gruppo 5">
                  <a:extLst>
                    <a:ext uri="{FF2B5EF4-FFF2-40B4-BE49-F238E27FC236}">
                      <a16:creationId xmlns:a16="http://schemas.microsoft.com/office/drawing/2014/main" id="{ED3D7433-539C-3EA0-6743-82C9240DFA68}"/>
                    </a:ext>
                  </a:extLst>
                </p:cNvPr>
                <p:cNvGrpSpPr/>
                <p:nvPr/>
              </p:nvGrpSpPr>
              <p:grpSpPr>
                <a:xfrm>
                  <a:off x="6559012" y="1355370"/>
                  <a:ext cx="1080000" cy="1080000"/>
                  <a:chOff x="6559012" y="275370"/>
                  <a:chExt cx="1080000" cy="1080000"/>
                </a:xfrm>
              </p:grpSpPr>
              <p:sp>
                <p:nvSpPr>
                  <p:cNvPr id="24" name="Rettangolo 23">
                    <a:extLst>
                      <a:ext uri="{FF2B5EF4-FFF2-40B4-BE49-F238E27FC236}">
                        <a16:creationId xmlns:a16="http://schemas.microsoft.com/office/drawing/2014/main" id="{E32C303C-EEFD-C23A-3AF7-800956612C38}"/>
                      </a:ext>
                    </a:extLst>
                  </p:cNvPr>
                  <p:cNvSpPr/>
                  <p:nvPr/>
                </p:nvSpPr>
                <p:spPr>
                  <a:xfrm>
                    <a:off x="6577012" y="293370"/>
                    <a:ext cx="1044000" cy="1044000"/>
                  </a:xfrm>
                  <a:prstGeom prst="rect">
                    <a:avLst/>
                  </a:prstGeom>
                  <a:solidFill>
                    <a:srgbClr val="180000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it-IT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5" name="Rettangolo 24">
                    <a:extLst>
                      <a:ext uri="{FF2B5EF4-FFF2-40B4-BE49-F238E27FC236}">
                        <a16:creationId xmlns:a16="http://schemas.microsoft.com/office/drawing/2014/main" id="{2ED38BFB-8356-D5C8-5113-19B2F4318C73}"/>
                      </a:ext>
                    </a:extLst>
                  </p:cNvPr>
                  <p:cNvSpPr/>
                  <p:nvPr/>
                </p:nvSpPr>
                <p:spPr>
                  <a:xfrm>
                    <a:off x="6559012" y="275370"/>
                    <a:ext cx="1080000" cy="108000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it-IT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7" name="Gruppo 6">
                  <a:extLst>
                    <a:ext uri="{FF2B5EF4-FFF2-40B4-BE49-F238E27FC236}">
                      <a16:creationId xmlns:a16="http://schemas.microsoft.com/office/drawing/2014/main" id="{48CF5072-E57C-58DE-F4CF-082A18AB7536}"/>
                    </a:ext>
                  </a:extLst>
                </p:cNvPr>
                <p:cNvGrpSpPr/>
                <p:nvPr/>
              </p:nvGrpSpPr>
              <p:grpSpPr>
                <a:xfrm>
                  <a:off x="7639012" y="1355370"/>
                  <a:ext cx="1080000" cy="1080000"/>
                  <a:chOff x="6559012" y="275370"/>
                  <a:chExt cx="1080000" cy="1080000"/>
                </a:xfrm>
              </p:grpSpPr>
              <p:sp>
                <p:nvSpPr>
                  <p:cNvPr id="22" name="Rettangolo 21">
                    <a:extLst>
                      <a:ext uri="{FF2B5EF4-FFF2-40B4-BE49-F238E27FC236}">
                        <a16:creationId xmlns:a16="http://schemas.microsoft.com/office/drawing/2014/main" id="{F84564BE-D2E0-2145-B9AE-7D3520DB4E71}"/>
                      </a:ext>
                    </a:extLst>
                  </p:cNvPr>
                  <p:cNvSpPr/>
                  <p:nvPr/>
                </p:nvSpPr>
                <p:spPr>
                  <a:xfrm>
                    <a:off x="6577012" y="293370"/>
                    <a:ext cx="1044000" cy="1044000"/>
                  </a:xfrm>
                  <a:prstGeom prst="rect">
                    <a:avLst/>
                  </a:prstGeom>
                  <a:solidFill>
                    <a:srgbClr val="170000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it-IT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3" name="Rettangolo 22">
                    <a:extLst>
                      <a:ext uri="{FF2B5EF4-FFF2-40B4-BE49-F238E27FC236}">
                        <a16:creationId xmlns:a16="http://schemas.microsoft.com/office/drawing/2014/main" id="{C2E3E8FB-DAD4-9EE6-7953-0217769A5F6E}"/>
                      </a:ext>
                    </a:extLst>
                  </p:cNvPr>
                  <p:cNvSpPr/>
                  <p:nvPr/>
                </p:nvSpPr>
                <p:spPr>
                  <a:xfrm>
                    <a:off x="6559012" y="275370"/>
                    <a:ext cx="1080000" cy="108000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it-IT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9" name="Gruppo 8">
                  <a:extLst>
                    <a:ext uri="{FF2B5EF4-FFF2-40B4-BE49-F238E27FC236}">
                      <a16:creationId xmlns:a16="http://schemas.microsoft.com/office/drawing/2014/main" id="{B0D71DDF-D7A5-3924-CC2B-C5CE3671EBC7}"/>
                    </a:ext>
                  </a:extLst>
                </p:cNvPr>
                <p:cNvGrpSpPr/>
                <p:nvPr/>
              </p:nvGrpSpPr>
              <p:grpSpPr>
                <a:xfrm>
                  <a:off x="6559012" y="2435370"/>
                  <a:ext cx="1080000" cy="1080000"/>
                  <a:chOff x="6559012" y="275370"/>
                  <a:chExt cx="1080000" cy="1080000"/>
                </a:xfrm>
              </p:grpSpPr>
              <p:sp>
                <p:nvSpPr>
                  <p:cNvPr id="20" name="Rettangolo 19">
                    <a:extLst>
                      <a:ext uri="{FF2B5EF4-FFF2-40B4-BE49-F238E27FC236}">
                        <a16:creationId xmlns:a16="http://schemas.microsoft.com/office/drawing/2014/main" id="{E90C8F49-30C0-A71C-2583-9598AED99BB3}"/>
                      </a:ext>
                    </a:extLst>
                  </p:cNvPr>
                  <p:cNvSpPr/>
                  <p:nvPr/>
                </p:nvSpPr>
                <p:spPr>
                  <a:xfrm>
                    <a:off x="6577012" y="293370"/>
                    <a:ext cx="1044000" cy="1044000"/>
                  </a:xfrm>
                  <a:prstGeom prst="rect">
                    <a:avLst/>
                  </a:prstGeom>
                  <a:solidFill>
                    <a:srgbClr val="150000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it-IT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" name="Rettangolo 20">
                    <a:extLst>
                      <a:ext uri="{FF2B5EF4-FFF2-40B4-BE49-F238E27FC236}">
                        <a16:creationId xmlns:a16="http://schemas.microsoft.com/office/drawing/2014/main" id="{A451F956-6AC0-50BF-DD7F-6F74CB522F1D}"/>
                      </a:ext>
                    </a:extLst>
                  </p:cNvPr>
                  <p:cNvSpPr/>
                  <p:nvPr/>
                </p:nvSpPr>
                <p:spPr>
                  <a:xfrm>
                    <a:off x="6559012" y="275370"/>
                    <a:ext cx="1080000" cy="108000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it-IT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10" name="Gruppo 9">
                  <a:extLst>
                    <a:ext uri="{FF2B5EF4-FFF2-40B4-BE49-F238E27FC236}">
                      <a16:creationId xmlns:a16="http://schemas.microsoft.com/office/drawing/2014/main" id="{2CD98C95-056B-266F-7808-C9575A2807CB}"/>
                    </a:ext>
                  </a:extLst>
                </p:cNvPr>
                <p:cNvGrpSpPr/>
                <p:nvPr/>
              </p:nvGrpSpPr>
              <p:grpSpPr>
                <a:xfrm>
                  <a:off x="7639012" y="2435370"/>
                  <a:ext cx="1080000" cy="1080000"/>
                  <a:chOff x="6559012" y="275370"/>
                  <a:chExt cx="1080000" cy="1080000"/>
                </a:xfrm>
              </p:grpSpPr>
              <p:sp>
                <p:nvSpPr>
                  <p:cNvPr id="18" name="Rettangolo 17">
                    <a:extLst>
                      <a:ext uri="{FF2B5EF4-FFF2-40B4-BE49-F238E27FC236}">
                        <a16:creationId xmlns:a16="http://schemas.microsoft.com/office/drawing/2014/main" id="{FD25DA0B-9CDD-AEBC-7FC0-FBFE043955C4}"/>
                      </a:ext>
                    </a:extLst>
                  </p:cNvPr>
                  <p:cNvSpPr/>
                  <p:nvPr/>
                </p:nvSpPr>
                <p:spPr>
                  <a:xfrm>
                    <a:off x="6577012" y="293370"/>
                    <a:ext cx="1044000" cy="1044000"/>
                  </a:xfrm>
                  <a:prstGeom prst="rect">
                    <a:avLst/>
                  </a:prstGeom>
                  <a:solidFill>
                    <a:srgbClr val="140000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it-IT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9" name="Rettangolo 18">
                    <a:extLst>
                      <a:ext uri="{FF2B5EF4-FFF2-40B4-BE49-F238E27FC236}">
                        <a16:creationId xmlns:a16="http://schemas.microsoft.com/office/drawing/2014/main" id="{A7C9771E-1CFD-A793-6598-66A1FF72D196}"/>
                      </a:ext>
                    </a:extLst>
                  </p:cNvPr>
                  <p:cNvSpPr/>
                  <p:nvPr/>
                </p:nvSpPr>
                <p:spPr>
                  <a:xfrm>
                    <a:off x="6559012" y="275370"/>
                    <a:ext cx="1080000" cy="108000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it-IT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11" name="Gruppo 10">
                  <a:extLst>
                    <a:ext uri="{FF2B5EF4-FFF2-40B4-BE49-F238E27FC236}">
                      <a16:creationId xmlns:a16="http://schemas.microsoft.com/office/drawing/2014/main" id="{D2F3B0B0-079F-AB43-301B-8D3D62E272CC}"/>
                    </a:ext>
                  </a:extLst>
                </p:cNvPr>
                <p:cNvGrpSpPr/>
                <p:nvPr/>
              </p:nvGrpSpPr>
              <p:grpSpPr>
                <a:xfrm>
                  <a:off x="8719012" y="1355370"/>
                  <a:ext cx="1080000" cy="1080000"/>
                  <a:chOff x="6559012" y="275370"/>
                  <a:chExt cx="1080000" cy="1080000"/>
                </a:xfrm>
              </p:grpSpPr>
              <p:sp>
                <p:nvSpPr>
                  <p:cNvPr id="16" name="Rettangolo 15">
                    <a:extLst>
                      <a:ext uri="{FF2B5EF4-FFF2-40B4-BE49-F238E27FC236}">
                        <a16:creationId xmlns:a16="http://schemas.microsoft.com/office/drawing/2014/main" id="{DB779BC1-071B-21EA-2A61-428E1D1F9572}"/>
                      </a:ext>
                    </a:extLst>
                  </p:cNvPr>
                  <p:cNvSpPr/>
                  <p:nvPr/>
                </p:nvSpPr>
                <p:spPr>
                  <a:xfrm>
                    <a:off x="6577012" y="293370"/>
                    <a:ext cx="1044000" cy="1044000"/>
                  </a:xfrm>
                  <a:prstGeom prst="rect">
                    <a:avLst/>
                  </a:prstGeom>
                  <a:solidFill>
                    <a:srgbClr val="160000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it-IT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7" name="Rettangolo 16">
                    <a:extLst>
                      <a:ext uri="{FF2B5EF4-FFF2-40B4-BE49-F238E27FC236}">
                        <a16:creationId xmlns:a16="http://schemas.microsoft.com/office/drawing/2014/main" id="{4C79D849-7F61-16D5-0A04-FB2728AA3A75}"/>
                      </a:ext>
                    </a:extLst>
                  </p:cNvPr>
                  <p:cNvSpPr/>
                  <p:nvPr/>
                </p:nvSpPr>
                <p:spPr>
                  <a:xfrm>
                    <a:off x="6559012" y="275370"/>
                    <a:ext cx="1080000" cy="108000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it-IT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13" name="Gruppo 12">
                  <a:extLst>
                    <a:ext uri="{FF2B5EF4-FFF2-40B4-BE49-F238E27FC236}">
                      <a16:creationId xmlns:a16="http://schemas.microsoft.com/office/drawing/2014/main" id="{1332236D-CDA6-5E8D-E11D-4D308588F152}"/>
                    </a:ext>
                  </a:extLst>
                </p:cNvPr>
                <p:cNvGrpSpPr/>
                <p:nvPr/>
              </p:nvGrpSpPr>
              <p:grpSpPr>
                <a:xfrm>
                  <a:off x="8719012" y="2435370"/>
                  <a:ext cx="1080000" cy="1080000"/>
                  <a:chOff x="6559012" y="275370"/>
                  <a:chExt cx="1080000" cy="1080000"/>
                </a:xfrm>
              </p:grpSpPr>
              <p:sp>
                <p:nvSpPr>
                  <p:cNvPr id="14" name="Rettangolo 13">
                    <a:extLst>
                      <a:ext uri="{FF2B5EF4-FFF2-40B4-BE49-F238E27FC236}">
                        <a16:creationId xmlns:a16="http://schemas.microsoft.com/office/drawing/2014/main" id="{B8FB2DEE-8F49-A0DD-0CB1-9719B0875CFE}"/>
                      </a:ext>
                    </a:extLst>
                  </p:cNvPr>
                  <p:cNvSpPr/>
                  <p:nvPr/>
                </p:nvSpPr>
                <p:spPr>
                  <a:xfrm>
                    <a:off x="6577012" y="293370"/>
                    <a:ext cx="1044000" cy="1044000"/>
                  </a:xfrm>
                  <a:prstGeom prst="rect">
                    <a:avLst/>
                  </a:prstGeom>
                  <a:solidFill>
                    <a:srgbClr val="130000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it-IT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5" name="Rettangolo 14">
                    <a:extLst>
                      <a:ext uri="{FF2B5EF4-FFF2-40B4-BE49-F238E27FC236}">
                        <a16:creationId xmlns:a16="http://schemas.microsoft.com/office/drawing/2014/main" id="{B04B2A77-F7DF-1AA0-3DF3-E564D00F59F4}"/>
                      </a:ext>
                    </a:extLst>
                  </p:cNvPr>
                  <p:cNvSpPr/>
                  <p:nvPr/>
                </p:nvSpPr>
                <p:spPr>
                  <a:xfrm>
                    <a:off x="6559012" y="275370"/>
                    <a:ext cx="1080000" cy="108000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it-IT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60" name="Gruppo 59">
                <a:extLst>
                  <a:ext uri="{FF2B5EF4-FFF2-40B4-BE49-F238E27FC236}">
                    <a16:creationId xmlns:a16="http://schemas.microsoft.com/office/drawing/2014/main" id="{76825520-C2B4-38BE-103C-45FB361CA66D}"/>
                  </a:ext>
                </a:extLst>
              </p:cNvPr>
              <p:cNvGrpSpPr/>
              <p:nvPr/>
            </p:nvGrpSpPr>
            <p:grpSpPr>
              <a:xfrm>
                <a:off x="3222777" y="4547806"/>
                <a:ext cx="1873018" cy="1745016"/>
                <a:chOff x="6559012" y="275370"/>
                <a:chExt cx="3240000" cy="3240000"/>
              </a:xfrm>
            </p:grpSpPr>
            <p:grpSp>
              <p:nvGrpSpPr>
                <p:cNvPr id="61" name="Gruppo 60">
                  <a:extLst>
                    <a:ext uri="{FF2B5EF4-FFF2-40B4-BE49-F238E27FC236}">
                      <a16:creationId xmlns:a16="http://schemas.microsoft.com/office/drawing/2014/main" id="{0B6D50A4-61A5-D737-7DB5-6A0EDEEE1252}"/>
                    </a:ext>
                  </a:extLst>
                </p:cNvPr>
                <p:cNvGrpSpPr/>
                <p:nvPr/>
              </p:nvGrpSpPr>
              <p:grpSpPr>
                <a:xfrm>
                  <a:off x="6559012" y="275370"/>
                  <a:ext cx="1080000" cy="1080000"/>
                  <a:chOff x="6559012" y="275370"/>
                  <a:chExt cx="1080000" cy="1080000"/>
                </a:xfrm>
              </p:grpSpPr>
              <p:sp>
                <p:nvSpPr>
                  <p:cNvPr id="116" name="Rettangolo 115">
                    <a:extLst>
                      <a:ext uri="{FF2B5EF4-FFF2-40B4-BE49-F238E27FC236}">
                        <a16:creationId xmlns:a16="http://schemas.microsoft.com/office/drawing/2014/main" id="{E30828AB-B38B-BFDF-92A0-A7EEDD50AB53}"/>
                      </a:ext>
                    </a:extLst>
                  </p:cNvPr>
                  <p:cNvSpPr/>
                  <p:nvPr/>
                </p:nvSpPr>
                <p:spPr>
                  <a:xfrm>
                    <a:off x="6577012" y="293370"/>
                    <a:ext cx="1044000" cy="1044000"/>
                  </a:xfrm>
                  <a:prstGeom prst="rect">
                    <a:avLst/>
                  </a:prstGeom>
                  <a:solidFill>
                    <a:srgbClr val="090000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it-IT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7" name="Rettangolo 116">
                    <a:extLst>
                      <a:ext uri="{FF2B5EF4-FFF2-40B4-BE49-F238E27FC236}">
                        <a16:creationId xmlns:a16="http://schemas.microsoft.com/office/drawing/2014/main" id="{0BD15B8B-BEE4-4AAE-A7BA-02339EF6F3BC}"/>
                      </a:ext>
                    </a:extLst>
                  </p:cNvPr>
                  <p:cNvSpPr/>
                  <p:nvPr/>
                </p:nvSpPr>
                <p:spPr>
                  <a:xfrm>
                    <a:off x="6559012" y="275370"/>
                    <a:ext cx="1080000" cy="108000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it-IT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62" name="Gruppo 61">
                  <a:extLst>
                    <a:ext uri="{FF2B5EF4-FFF2-40B4-BE49-F238E27FC236}">
                      <a16:creationId xmlns:a16="http://schemas.microsoft.com/office/drawing/2014/main" id="{03A59A5D-BF84-833D-EC16-F110F02ACFD4}"/>
                    </a:ext>
                  </a:extLst>
                </p:cNvPr>
                <p:cNvGrpSpPr/>
                <p:nvPr/>
              </p:nvGrpSpPr>
              <p:grpSpPr>
                <a:xfrm>
                  <a:off x="7639012" y="275370"/>
                  <a:ext cx="1080000" cy="1080000"/>
                  <a:chOff x="6559012" y="275370"/>
                  <a:chExt cx="1080000" cy="1080000"/>
                </a:xfrm>
              </p:grpSpPr>
              <p:sp>
                <p:nvSpPr>
                  <p:cNvPr id="84" name="Rettangolo 83">
                    <a:extLst>
                      <a:ext uri="{FF2B5EF4-FFF2-40B4-BE49-F238E27FC236}">
                        <a16:creationId xmlns:a16="http://schemas.microsoft.com/office/drawing/2014/main" id="{9E9B005F-C1F4-63D4-37CF-1FAEB445AA50}"/>
                      </a:ext>
                    </a:extLst>
                  </p:cNvPr>
                  <p:cNvSpPr/>
                  <p:nvPr/>
                </p:nvSpPr>
                <p:spPr>
                  <a:xfrm>
                    <a:off x="6577012" y="293370"/>
                    <a:ext cx="1044000" cy="1044000"/>
                  </a:xfrm>
                  <a:prstGeom prst="rect">
                    <a:avLst/>
                  </a:prstGeom>
                  <a:solidFill>
                    <a:srgbClr val="080000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it-IT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5" name="Rettangolo 114">
                    <a:extLst>
                      <a:ext uri="{FF2B5EF4-FFF2-40B4-BE49-F238E27FC236}">
                        <a16:creationId xmlns:a16="http://schemas.microsoft.com/office/drawing/2014/main" id="{F6EB43DF-C0DC-D022-E710-9845CD5990C0}"/>
                      </a:ext>
                    </a:extLst>
                  </p:cNvPr>
                  <p:cNvSpPr/>
                  <p:nvPr/>
                </p:nvSpPr>
                <p:spPr>
                  <a:xfrm>
                    <a:off x="6559012" y="275370"/>
                    <a:ext cx="1080000" cy="108000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it-IT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63" name="Gruppo 62">
                  <a:extLst>
                    <a:ext uri="{FF2B5EF4-FFF2-40B4-BE49-F238E27FC236}">
                      <a16:creationId xmlns:a16="http://schemas.microsoft.com/office/drawing/2014/main" id="{679F9C9D-988B-F6EA-6E77-4D7011ABC0F4}"/>
                    </a:ext>
                  </a:extLst>
                </p:cNvPr>
                <p:cNvGrpSpPr/>
                <p:nvPr/>
              </p:nvGrpSpPr>
              <p:grpSpPr>
                <a:xfrm>
                  <a:off x="8719012" y="275370"/>
                  <a:ext cx="1080000" cy="1080000"/>
                  <a:chOff x="6559012" y="275370"/>
                  <a:chExt cx="1080000" cy="1080000"/>
                </a:xfrm>
              </p:grpSpPr>
              <p:sp>
                <p:nvSpPr>
                  <p:cNvPr id="82" name="Rettangolo 81">
                    <a:extLst>
                      <a:ext uri="{FF2B5EF4-FFF2-40B4-BE49-F238E27FC236}">
                        <a16:creationId xmlns:a16="http://schemas.microsoft.com/office/drawing/2014/main" id="{723C2301-7D4E-60B8-6023-A69F08D2EA16}"/>
                      </a:ext>
                    </a:extLst>
                  </p:cNvPr>
                  <p:cNvSpPr/>
                  <p:nvPr/>
                </p:nvSpPr>
                <p:spPr>
                  <a:xfrm>
                    <a:off x="6577012" y="293370"/>
                    <a:ext cx="1044000" cy="1044000"/>
                  </a:xfrm>
                  <a:prstGeom prst="rect">
                    <a:avLst/>
                  </a:prstGeom>
                  <a:solidFill>
                    <a:srgbClr val="070000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it-IT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83" name="Rettangolo 82">
                    <a:extLst>
                      <a:ext uri="{FF2B5EF4-FFF2-40B4-BE49-F238E27FC236}">
                        <a16:creationId xmlns:a16="http://schemas.microsoft.com/office/drawing/2014/main" id="{35701733-410D-AF30-63DE-6EE64BFCFA78}"/>
                      </a:ext>
                    </a:extLst>
                  </p:cNvPr>
                  <p:cNvSpPr/>
                  <p:nvPr/>
                </p:nvSpPr>
                <p:spPr>
                  <a:xfrm>
                    <a:off x="6559012" y="275370"/>
                    <a:ext cx="1080000" cy="108000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it-IT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64" name="Gruppo 63">
                  <a:extLst>
                    <a:ext uri="{FF2B5EF4-FFF2-40B4-BE49-F238E27FC236}">
                      <a16:creationId xmlns:a16="http://schemas.microsoft.com/office/drawing/2014/main" id="{282B6B07-11AE-A049-7216-BE9AC34C2852}"/>
                    </a:ext>
                  </a:extLst>
                </p:cNvPr>
                <p:cNvGrpSpPr/>
                <p:nvPr/>
              </p:nvGrpSpPr>
              <p:grpSpPr>
                <a:xfrm>
                  <a:off x="6559012" y="1355370"/>
                  <a:ext cx="1080000" cy="1080000"/>
                  <a:chOff x="6559012" y="275370"/>
                  <a:chExt cx="1080000" cy="1080000"/>
                </a:xfrm>
              </p:grpSpPr>
              <p:sp>
                <p:nvSpPr>
                  <p:cNvPr id="80" name="Rettangolo 79">
                    <a:extLst>
                      <a:ext uri="{FF2B5EF4-FFF2-40B4-BE49-F238E27FC236}">
                        <a16:creationId xmlns:a16="http://schemas.microsoft.com/office/drawing/2014/main" id="{D87EADEA-F1BE-66AD-D04E-DD2BD2FB4E11}"/>
                      </a:ext>
                    </a:extLst>
                  </p:cNvPr>
                  <p:cNvSpPr/>
                  <p:nvPr/>
                </p:nvSpPr>
                <p:spPr>
                  <a:xfrm>
                    <a:off x="6577012" y="293370"/>
                    <a:ext cx="1044000" cy="1044000"/>
                  </a:xfrm>
                  <a:prstGeom prst="rect">
                    <a:avLst/>
                  </a:prstGeom>
                  <a:solidFill>
                    <a:srgbClr val="060000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it-IT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81" name="Rettangolo 80">
                    <a:extLst>
                      <a:ext uri="{FF2B5EF4-FFF2-40B4-BE49-F238E27FC236}">
                        <a16:creationId xmlns:a16="http://schemas.microsoft.com/office/drawing/2014/main" id="{F2DD6303-CD2F-1E08-05BA-8665DC0B053B}"/>
                      </a:ext>
                    </a:extLst>
                  </p:cNvPr>
                  <p:cNvSpPr/>
                  <p:nvPr/>
                </p:nvSpPr>
                <p:spPr>
                  <a:xfrm>
                    <a:off x="6559012" y="275370"/>
                    <a:ext cx="1080000" cy="108000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it-IT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65" name="Gruppo 64">
                  <a:extLst>
                    <a:ext uri="{FF2B5EF4-FFF2-40B4-BE49-F238E27FC236}">
                      <a16:creationId xmlns:a16="http://schemas.microsoft.com/office/drawing/2014/main" id="{A61BC5A5-CFA9-C8AC-6EA7-7E26E5E7B72B}"/>
                    </a:ext>
                  </a:extLst>
                </p:cNvPr>
                <p:cNvGrpSpPr/>
                <p:nvPr/>
              </p:nvGrpSpPr>
              <p:grpSpPr>
                <a:xfrm>
                  <a:off x="7639012" y="1355370"/>
                  <a:ext cx="1080000" cy="1080000"/>
                  <a:chOff x="6559012" y="275370"/>
                  <a:chExt cx="1080000" cy="1080000"/>
                </a:xfrm>
              </p:grpSpPr>
              <p:sp>
                <p:nvSpPr>
                  <p:cNvPr id="78" name="Rettangolo 77">
                    <a:extLst>
                      <a:ext uri="{FF2B5EF4-FFF2-40B4-BE49-F238E27FC236}">
                        <a16:creationId xmlns:a16="http://schemas.microsoft.com/office/drawing/2014/main" id="{5DFE77AD-0938-4D50-7C01-650A5D1ED8E1}"/>
                      </a:ext>
                    </a:extLst>
                  </p:cNvPr>
                  <p:cNvSpPr/>
                  <p:nvPr/>
                </p:nvSpPr>
                <p:spPr>
                  <a:xfrm>
                    <a:off x="6577012" y="293370"/>
                    <a:ext cx="1044000" cy="1044000"/>
                  </a:xfrm>
                  <a:prstGeom prst="rect">
                    <a:avLst/>
                  </a:prstGeom>
                  <a:solidFill>
                    <a:srgbClr val="050000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it-IT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79" name="Rettangolo 78">
                    <a:extLst>
                      <a:ext uri="{FF2B5EF4-FFF2-40B4-BE49-F238E27FC236}">
                        <a16:creationId xmlns:a16="http://schemas.microsoft.com/office/drawing/2014/main" id="{1790C064-0F52-0B76-FC11-B37D50E2A97A}"/>
                      </a:ext>
                    </a:extLst>
                  </p:cNvPr>
                  <p:cNvSpPr/>
                  <p:nvPr/>
                </p:nvSpPr>
                <p:spPr>
                  <a:xfrm>
                    <a:off x="6559012" y="275370"/>
                    <a:ext cx="1080000" cy="108000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it-IT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66" name="Gruppo 65">
                  <a:extLst>
                    <a:ext uri="{FF2B5EF4-FFF2-40B4-BE49-F238E27FC236}">
                      <a16:creationId xmlns:a16="http://schemas.microsoft.com/office/drawing/2014/main" id="{408D744E-C04C-ECF2-C00A-92FC7D7B54ED}"/>
                    </a:ext>
                  </a:extLst>
                </p:cNvPr>
                <p:cNvGrpSpPr/>
                <p:nvPr/>
              </p:nvGrpSpPr>
              <p:grpSpPr>
                <a:xfrm>
                  <a:off x="6559012" y="2435370"/>
                  <a:ext cx="1080000" cy="1080000"/>
                  <a:chOff x="6559012" y="275370"/>
                  <a:chExt cx="1080000" cy="1080000"/>
                </a:xfrm>
              </p:grpSpPr>
              <p:sp>
                <p:nvSpPr>
                  <p:cNvPr id="76" name="Rettangolo 75">
                    <a:extLst>
                      <a:ext uri="{FF2B5EF4-FFF2-40B4-BE49-F238E27FC236}">
                        <a16:creationId xmlns:a16="http://schemas.microsoft.com/office/drawing/2014/main" id="{C752106E-1977-93A1-56C7-DDCE78BFE84A}"/>
                      </a:ext>
                    </a:extLst>
                  </p:cNvPr>
                  <p:cNvSpPr/>
                  <p:nvPr/>
                </p:nvSpPr>
                <p:spPr>
                  <a:xfrm>
                    <a:off x="6577012" y="293370"/>
                    <a:ext cx="1044000" cy="1044000"/>
                  </a:xfrm>
                  <a:prstGeom prst="rect">
                    <a:avLst/>
                  </a:prstGeom>
                  <a:solidFill>
                    <a:srgbClr val="030000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it-IT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77" name="Rettangolo 76">
                    <a:extLst>
                      <a:ext uri="{FF2B5EF4-FFF2-40B4-BE49-F238E27FC236}">
                        <a16:creationId xmlns:a16="http://schemas.microsoft.com/office/drawing/2014/main" id="{BBEA9F6F-2899-CEAF-E814-4B5EADAD8C9E}"/>
                      </a:ext>
                    </a:extLst>
                  </p:cNvPr>
                  <p:cNvSpPr/>
                  <p:nvPr/>
                </p:nvSpPr>
                <p:spPr>
                  <a:xfrm>
                    <a:off x="6559012" y="275370"/>
                    <a:ext cx="1080000" cy="108000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it-IT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67" name="Gruppo 66">
                  <a:extLst>
                    <a:ext uri="{FF2B5EF4-FFF2-40B4-BE49-F238E27FC236}">
                      <a16:creationId xmlns:a16="http://schemas.microsoft.com/office/drawing/2014/main" id="{BB4A1697-6BDD-F2E4-0A55-B461B9C1006B}"/>
                    </a:ext>
                  </a:extLst>
                </p:cNvPr>
                <p:cNvGrpSpPr/>
                <p:nvPr/>
              </p:nvGrpSpPr>
              <p:grpSpPr>
                <a:xfrm>
                  <a:off x="7639012" y="2435370"/>
                  <a:ext cx="1080000" cy="1080000"/>
                  <a:chOff x="6559012" y="275370"/>
                  <a:chExt cx="1080000" cy="1080000"/>
                </a:xfrm>
              </p:grpSpPr>
              <p:sp>
                <p:nvSpPr>
                  <p:cNvPr id="74" name="Rettangolo 73">
                    <a:extLst>
                      <a:ext uri="{FF2B5EF4-FFF2-40B4-BE49-F238E27FC236}">
                        <a16:creationId xmlns:a16="http://schemas.microsoft.com/office/drawing/2014/main" id="{E5856B9C-0912-D239-BBEC-757575E2C148}"/>
                      </a:ext>
                    </a:extLst>
                  </p:cNvPr>
                  <p:cNvSpPr/>
                  <p:nvPr/>
                </p:nvSpPr>
                <p:spPr>
                  <a:xfrm>
                    <a:off x="6577012" y="293370"/>
                    <a:ext cx="1044000" cy="1044000"/>
                  </a:xfrm>
                  <a:prstGeom prst="rect">
                    <a:avLst/>
                  </a:prstGeom>
                  <a:solidFill>
                    <a:srgbClr val="020000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it-IT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75" name="Rettangolo 74">
                    <a:extLst>
                      <a:ext uri="{FF2B5EF4-FFF2-40B4-BE49-F238E27FC236}">
                        <a16:creationId xmlns:a16="http://schemas.microsoft.com/office/drawing/2014/main" id="{0ECED5AB-49F7-450D-41EF-0A3C52A2DAEC}"/>
                      </a:ext>
                    </a:extLst>
                  </p:cNvPr>
                  <p:cNvSpPr/>
                  <p:nvPr/>
                </p:nvSpPr>
                <p:spPr>
                  <a:xfrm>
                    <a:off x="6559012" y="275370"/>
                    <a:ext cx="1080000" cy="108000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it-IT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68" name="Gruppo 67">
                  <a:extLst>
                    <a:ext uri="{FF2B5EF4-FFF2-40B4-BE49-F238E27FC236}">
                      <a16:creationId xmlns:a16="http://schemas.microsoft.com/office/drawing/2014/main" id="{88BCDCAA-EBCF-FD84-05DE-CA7C35ABD121}"/>
                    </a:ext>
                  </a:extLst>
                </p:cNvPr>
                <p:cNvGrpSpPr/>
                <p:nvPr/>
              </p:nvGrpSpPr>
              <p:grpSpPr>
                <a:xfrm>
                  <a:off x="8719012" y="1355370"/>
                  <a:ext cx="1080000" cy="1080000"/>
                  <a:chOff x="6559012" y="275370"/>
                  <a:chExt cx="1080000" cy="1080000"/>
                </a:xfrm>
              </p:grpSpPr>
              <p:sp>
                <p:nvSpPr>
                  <p:cNvPr id="72" name="Rettangolo 71">
                    <a:extLst>
                      <a:ext uri="{FF2B5EF4-FFF2-40B4-BE49-F238E27FC236}">
                        <a16:creationId xmlns:a16="http://schemas.microsoft.com/office/drawing/2014/main" id="{28A72DF6-18A3-6EA5-555E-9CBDF3138399}"/>
                      </a:ext>
                    </a:extLst>
                  </p:cNvPr>
                  <p:cNvSpPr/>
                  <p:nvPr/>
                </p:nvSpPr>
                <p:spPr>
                  <a:xfrm>
                    <a:off x="6577012" y="293370"/>
                    <a:ext cx="1044000" cy="1044000"/>
                  </a:xfrm>
                  <a:prstGeom prst="rect">
                    <a:avLst/>
                  </a:prstGeom>
                  <a:solidFill>
                    <a:srgbClr val="040000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it-IT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73" name="Rettangolo 72">
                    <a:extLst>
                      <a:ext uri="{FF2B5EF4-FFF2-40B4-BE49-F238E27FC236}">
                        <a16:creationId xmlns:a16="http://schemas.microsoft.com/office/drawing/2014/main" id="{8C2E3E99-9F47-BAF8-9B36-69473AC9E5F1}"/>
                      </a:ext>
                    </a:extLst>
                  </p:cNvPr>
                  <p:cNvSpPr/>
                  <p:nvPr/>
                </p:nvSpPr>
                <p:spPr>
                  <a:xfrm>
                    <a:off x="6559012" y="275370"/>
                    <a:ext cx="1080000" cy="108000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it-IT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69" name="Gruppo 68">
                  <a:extLst>
                    <a:ext uri="{FF2B5EF4-FFF2-40B4-BE49-F238E27FC236}">
                      <a16:creationId xmlns:a16="http://schemas.microsoft.com/office/drawing/2014/main" id="{A6392349-09B6-CA05-2257-66B326C38EF3}"/>
                    </a:ext>
                  </a:extLst>
                </p:cNvPr>
                <p:cNvGrpSpPr/>
                <p:nvPr/>
              </p:nvGrpSpPr>
              <p:grpSpPr>
                <a:xfrm>
                  <a:off x="8719012" y="2435370"/>
                  <a:ext cx="1080000" cy="1080000"/>
                  <a:chOff x="6559012" y="275370"/>
                  <a:chExt cx="1080000" cy="1080000"/>
                </a:xfrm>
              </p:grpSpPr>
              <p:sp>
                <p:nvSpPr>
                  <p:cNvPr id="70" name="Rettangolo 69">
                    <a:extLst>
                      <a:ext uri="{FF2B5EF4-FFF2-40B4-BE49-F238E27FC236}">
                        <a16:creationId xmlns:a16="http://schemas.microsoft.com/office/drawing/2014/main" id="{7FA69F31-1612-E7A1-A16E-DFEBCF811406}"/>
                      </a:ext>
                    </a:extLst>
                  </p:cNvPr>
                  <p:cNvSpPr/>
                  <p:nvPr/>
                </p:nvSpPr>
                <p:spPr>
                  <a:xfrm>
                    <a:off x="6577012" y="293370"/>
                    <a:ext cx="1044000" cy="1044000"/>
                  </a:xfrm>
                  <a:prstGeom prst="rect">
                    <a:avLst/>
                  </a:prstGeom>
                  <a:solidFill>
                    <a:srgbClr val="010000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it-IT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71" name="Rettangolo 70">
                    <a:extLst>
                      <a:ext uri="{FF2B5EF4-FFF2-40B4-BE49-F238E27FC236}">
                        <a16:creationId xmlns:a16="http://schemas.microsoft.com/office/drawing/2014/main" id="{60735964-8F4F-3FDA-F357-6912BC814FB2}"/>
                      </a:ext>
                    </a:extLst>
                  </p:cNvPr>
                  <p:cNvSpPr/>
                  <p:nvPr/>
                </p:nvSpPr>
                <p:spPr>
                  <a:xfrm>
                    <a:off x="6559012" y="275370"/>
                    <a:ext cx="1080000" cy="108000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it-IT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120" name="Gruppo 119">
                <a:extLst>
                  <a:ext uri="{FF2B5EF4-FFF2-40B4-BE49-F238E27FC236}">
                    <a16:creationId xmlns:a16="http://schemas.microsoft.com/office/drawing/2014/main" id="{985AA60A-C205-5616-172F-55D0E0C6CC37}"/>
                  </a:ext>
                </a:extLst>
              </p:cNvPr>
              <p:cNvGrpSpPr/>
              <p:nvPr/>
            </p:nvGrpSpPr>
            <p:grpSpPr>
              <a:xfrm>
                <a:off x="2296673" y="2594017"/>
                <a:ext cx="1873018" cy="1745016"/>
                <a:chOff x="6559012" y="275370"/>
                <a:chExt cx="3240000" cy="3240000"/>
              </a:xfrm>
            </p:grpSpPr>
            <p:grpSp>
              <p:nvGrpSpPr>
                <p:cNvPr id="121" name="Gruppo 120">
                  <a:extLst>
                    <a:ext uri="{FF2B5EF4-FFF2-40B4-BE49-F238E27FC236}">
                      <a16:creationId xmlns:a16="http://schemas.microsoft.com/office/drawing/2014/main" id="{2463037E-AC0A-A968-E055-98F50248F874}"/>
                    </a:ext>
                  </a:extLst>
                </p:cNvPr>
                <p:cNvGrpSpPr/>
                <p:nvPr/>
              </p:nvGrpSpPr>
              <p:grpSpPr>
                <a:xfrm>
                  <a:off x="6559012" y="275370"/>
                  <a:ext cx="1080000" cy="1080000"/>
                  <a:chOff x="6559012" y="275370"/>
                  <a:chExt cx="1080000" cy="1080000"/>
                </a:xfrm>
              </p:grpSpPr>
              <p:sp>
                <p:nvSpPr>
                  <p:cNvPr id="146" name="Rettangolo 145">
                    <a:extLst>
                      <a:ext uri="{FF2B5EF4-FFF2-40B4-BE49-F238E27FC236}">
                        <a16:creationId xmlns:a16="http://schemas.microsoft.com/office/drawing/2014/main" id="{6A2A5BB9-0468-498D-7525-D6A1F6D21EF8}"/>
                      </a:ext>
                    </a:extLst>
                  </p:cNvPr>
                  <p:cNvSpPr/>
                  <p:nvPr/>
                </p:nvSpPr>
                <p:spPr>
                  <a:xfrm>
                    <a:off x="6577012" y="293370"/>
                    <a:ext cx="1044000" cy="1044000"/>
                  </a:xfrm>
                  <a:prstGeom prst="rect">
                    <a:avLst/>
                  </a:prstGeom>
                  <a:solidFill>
                    <a:srgbClr val="120000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it-IT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47" name="Rettangolo 146">
                    <a:extLst>
                      <a:ext uri="{FF2B5EF4-FFF2-40B4-BE49-F238E27FC236}">
                        <a16:creationId xmlns:a16="http://schemas.microsoft.com/office/drawing/2014/main" id="{932C6273-37D3-3AFA-C706-6E7501C39C34}"/>
                      </a:ext>
                    </a:extLst>
                  </p:cNvPr>
                  <p:cNvSpPr/>
                  <p:nvPr/>
                </p:nvSpPr>
                <p:spPr>
                  <a:xfrm>
                    <a:off x="6559012" y="275370"/>
                    <a:ext cx="1080000" cy="108000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it-IT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122" name="Gruppo 121">
                  <a:extLst>
                    <a:ext uri="{FF2B5EF4-FFF2-40B4-BE49-F238E27FC236}">
                      <a16:creationId xmlns:a16="http://schemas.microsoft.com/office/drawing/2014/main" id="{78CF4C05-359F-45DF-B811-9E47015FF436}"/>
                    </a:ext>
                  </a:extLst>
                </p:cNvPr>
                <p:cNvGrpSpPr/>
                <p:nvPr/>
              </p:nvGrpSpPr>
              <p:grpSpPr>
                <a:xfrm>
                  <a:off x="7639012" y="275370"/>
                  <a:ext cx="1080000" cy="1080000"/>
                  <a:chOff x="6559012" y="275370"/>
                  <a:chExt cx="1080000" cy="1080000"/>
                </a:xfrm>
              </p:grpSpPr>
              <p:sp>
                <p:nvSpPr>
                  <p:cNvPr id="144" name="Rettangolo 143">
                    <a:extLst>
                      <a:ext uri="{FF2B5EF4-FFF2-40B4-BE49-F238E27FC236}">
                        <a16:creationId xmlns:a16="http://schemas.microsoft.com/office/drawing/2014/main" id="{0056D57D-5E98-B03E-2109-90231BFA4095}"/>
                      </a:ext>
                    </a:extLst>
                  </p:cNvPr>
                  <p:cNvSpPr/>
                  <p:nvPr/>
                </p:nvSpPr>
                <p:spPr>
                  <a:xfrm>
                    <a:off x="6577012" y="293370"/>
                    <a:ext cx="1044000" cy="1044000"/>
                  </a:xfrm>
                  <a:prstGeom prst="rect">
                    <a:avLst/>
                  </a:prstGeom>
                  <a:solidFill>
                    <a:srgbClr val="110000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it-IT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45" name="Rettangolo 144">
                    <a:extLst>
                      <a:ext uri="{FF2B5EF4-FFF2-40B4-BE49-F238E27FC236}">
                        <a16:creationId xmlns:a16="http://schemas.microsoft.com/office/drawing/2014/main" id="{959CF210-062F-4AED-2D0D-55A8C8B186D6}"/>
                      </a:ext>
                    </a:extLst>
                  </p:cNvPr>
                  <p:cNvSpPr/>
                  <p:nvPr/>
                </p:nvSpPr>
                <p:spPr>
                  <a:xfrm>
                    <a:off x="6559012" y="275370"/>
                    <a:ext cx="1080000" cy="108000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it-IT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123" name="Gruppo 122">
                  <a:extLst>
                    <a:ext uri="{FF2B5EF4-FFF2-40B4-BE49-F238E27FC236}">
                      <a16:creationId xmlns:a16="http://schemas.microsoft.com/office/drawing/2014/main" id="{CF33E225-A8A0-F5E7-987D-817EA5D9E30B}"/>
                    </a:ext>
                  </a:extLst>
                </p:cNvPr>
                <p:cNvGrpSpPr/>
                <p:nvPr/>
              </p:nvGrpSpPr>
              <p:grpSpPr>
                <a:xfrm>
                  <a:off x="8719012" y="275370"/>
                  <a:ext cx="1080000" cy="1080000"/>
                  <a:chOff x="6559012" y="275370"/>
                  <a:chExt cx="1080000" cy="1080000"/>
                </a:xfrm>
              </p:grpSpPr>
              <p:sp>
                <p:nvSpPr>
                  <p:cNvPr id="142" name="Rettangolo 141">
                    <a:extLst>
                      <a:ext uri="{FF2B5EF4-FFF2-40B4-BE49-F238E27FC236}">
                        <a16:creationId xmlns:a16="http://schemas.microsoft.com/office/drawing/2014/main" id="{F8F39A0B-3F85-C646-36E9-04DE5AC5CDA2}"/>
                      </a:ext>
                    </a:extLst>
                  </p:cNvPr>
                  <p:cNvSpPr/>
                  <p:nvPr/>
                </p:nvSpPr>
                <p:spPr>
                  <a:xfrm>
                    <a:off x="6577012" y="293370"/>
                    <a:ext cx="1044000" cy="1044000"/>
                  </a:xfrm>
                  <a:prstGeom prst="rect">
                    <a:avLst/>
                  </a:prstGeom>
                  <a:solidFill>
                    <a:srgbClr val="100000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it-IT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43" name="Rettangolo 142">
                    <a:extLst>
                      <a:ext uri="{FF2B5EF4-FFF2-40B4-BE49-F238E27FC236}">
                        <a16:creationId xmlns:a16="http://schemas.microsoft.com/office/drawing/2014/main" id="{88EB3BA4-8162-52E8-3BB9-2FC1BD1AE0B3}"/>
                      </a:ext>
                    </a:extLst>
                  </p:cNvPr>
                  <p:cNvSpPr/>
                  <p:nvPr/>
                </p:nvSpPr>
                <p:spPr>
                  <a:xfrm>
                    <a:off x="6559012" y="275370"/>
                    <a:ext cx="1080000" cy="108000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it-IT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124" name="Gruppo 123">
                  <a:extLst>
                    <a:ext uri="{FF2B5EF4-FFF2-40B4-BE49-F238E27FC236}">
                      <a16:creationId xmlns:a16="http://schemas.microsoft.com/office/drawing/2014/main" id="{2D492394-D436-F760-9154-13215837DD5B}"/>
                    </a:ext>
                  </a:extLst>
                </p:cNvPr>
                <p:cNvGrpSpPr/>
                <p:nvPr/>
              </p:nvGrpSpPr>
              <p:grpSpPr>
                <a:xfrm>
                  <a:off x="6559012" y="1355370"/>
                  <a:ext cx="1080000" cy="1080000"/>
                  <a:chOff x="6559012" y="275370"/>
                  <a:chExt cx="1080000" cy="1080000"/>
                </a:xfrm>
              </p:grpSpPr>
              <p:sp>
                <p:nvSpPr>
                  <p:cNvPr id="140" name="Rettangolo 139">
                    <a:extLst>
                      <a:ext uri="{FF2B5EF4-FFF2-40B4-BE49-F238E27FC236}">
                        <a16:creationId xmlns:a16="http://schemas.microsoft.com/office/drawing/2014/main" id="{3134F865-C708-3E75-0B15-54E4064A6ECE}"/>
                      </a:ext>
                    </a:extLst>
                  </p:cNvPr>
                  <p:cNvSpPr/>
                  <p:nvPr/>
                </p:nvSpPr>
                <p:spPr>
                  <a:xfrm>
                    <a:off x="6577012" y="293370"/>
                    <a:ext cx="1044000" cy="1044000"/>
                  </a:xfrm>
                  <a:prstGeom prst="rect">
                    <a:avLst/>
                  </a:prstGeom>
                  <a:solidFill>
                    <a:srgbClr val="0F0000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it-IT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41" name="Rettangolo 140">
                    <a:extLst>
                      <a:ext uri="{FF2B5EF4-FFF2-40B4-BE49-F238E27FC236}">
                        <a16:creationId xmlns:a16="http://schemas.microsoft.com/office/drawing/2014/main" id="{78268FD1-03CF-36D4-7AC8-EA919AAF05F2}"/>
                      </a:ext>
                    </a:extLst>
                  </p:cNvPr>
                  <p:cNvSpPr/>
                  <p:nvPr/>
                </p:nvSpPr>
                <p:spPr>
                  <a:xfrm>
                    <a:off x="6559012" y="275370"/>
                    <a:ext cx="1080000" cy="108000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it-IT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125" name="Gruppo 124">
                  <a:extLst>
                    <a:ext uri="{FF2B5EF4-FFF2-40B4-BE49-F238E27FC236}">
                      <a16:creationId xmlns:a16="http://schemas.microsoft.com/office/drawing/2014/main" id="{2AFA66F3-2CD3-BFE2-D3DE-2F49869D14BE}"/>
                    </a:ext>
                  </a:extLst>
                </p:cNvPr>
                <p:cNvGrpSpPr/>
                <p:nvPr/>
              </p:nvGrpSpPr>
              <p:grpSpPr>
                <a:xfrm>
                  <a:off x="7639012" y="1355370"/>
                  <a:ext cx="1080000" cy="1080000"/>
                  <a:chOff x="6559012" y="275370"/>
                  <a:chExt cx="1080000" cy="1080000"/>
                </a:xfrm>
              </p:grpSpPr>
              <p:sp>
                <p:nvSpPr>
                  <p:cNvPr id="138" name="Rettangolo 137">
                    <a:extLst>
                      <a:ext uri="{FF2B5EF4-FFF2-40B4-BE49-F238E27FC236}">
                        <a16:creationId xmlns:a16="http://schemas.microsoft.com/office/drawing/2014/main" id="{A0D4A7C4-DB7A-81F6-114B-2C05237E7648}"/>
                      </a:ext>
                    </a:extLst>
                  </p:cNvPr>
                  <p:cNvSpPr/>
                  <p:nvPr/>
                </p:nvSpPr>
                <p:spPr>
                  <a:xfrm>
                    <a:off x="6577012" y="293370"/>
                    <a:ext cx="1044000" cy="1044000"/>
                  </a:xfrm>
                  <a:prstGeom prst="rect">
                    <a:avLst/>
                  </a:prstGeom>
                  <a:solidFill>
                    <a:srgbClr val="0E0000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it-IT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39" name="Rettangolo 138">
                    <a:extLst>
                      <a:ext uri="{FF2B5EF4-FFF2-40B4-BE49-F238E27FC236}">
                        <a16:creationId xmlns:a16="http://schemas.microsoft.com/office/drawing/2014/main" id="{C4909002-2DBB-5CB4-F2BA-49BF2419D780}"/>
                      </a:ext>
                    </a:extLst>
                  </p:cNvPr>
                  <p:cNvSpPr/>
                  <p:nvPr/>
                </p:nvSpPr>
                <p:spPr>
                  <a:xfrm>
                    <a:off x="6559012" y="275370"/>
                    <a:ext cx="1080000" cy="108000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it-IT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126" name="Gruppo 125">
                  <a:extLst>
                    <a:ext uri="{FF2B5EF4-FFF2-40B4-BE49-F238E27FC236}">
                      <a16:creationId xmlns:a16="http://schemas.microsoft.com/office/drawing/2014/main" id="{894E13A1-A1FC-BFA2-E8CD-75DAD3A1C519}"/>
                    </a:ext>
                  </a:extLst>
                </p:cNvPr>
                <p:cNvGrpSpPr/>
                <p:nvPr/>
              </p:nvGrpSpPr>
              <p:grpSpPr>
                <a:xfrm>
                  <a:off x="6559012" y="2435370"/>
                  <a:ext cx="1080000" cy="1080000"/>
                  <a:chOff x="6559012" y="275370"/>
                  <a:chExt cx="1080000" cy="1080000"/>
                </a:xfrm>
              </p:grpSpPr>
              <p:sp>
                <p:nvSpPr>
                  <p:cNvPr id="136" name="Rettangolo 135">
                    <a:extLst>
                      <a:ext uri="{FF2B5EF4-FFF2-40B4-BE49-F238E27FC236}">
                        <a16:creationId xmlns:a16="http://schemas.microsoft.com/office/drawing/2014/main" id="{A00FE2ED-D589-BAA0-F592-AD3DC66F1D05}"/>
                      </a:ext>
                    </a:extLst>
                  </p:cNvPr>
                  <p:cNvSpPr/>
                  <p:nvPr/>
                </p:nvSpPr>
                <p:spPr>
                  <a:xfrm>
                    <a:off x="6577012" y="293370"/>
                    <a:ext cx="1044000" cy="1044000"/>
                  </a:xfrm>
                  <a:prstGeom prst="rect">
                    <a:avLst/>
                  </a:prstGeom>
                  <a:solidFill>
                    <a:srgbClr val="0C0000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it-IT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37" name="Rettangolo 136">
                    <a:extLst>
                      <a:ext uri="{FF2B5EF4-FFF2-40B4-BE49-F238E27FC236}">
                        <a16:creationId xmlns:a16="http://schemas.microsoft.com/office/drawing/2014/main" id="{04DB3681-B6AC-A0D2-EAC2-A9F2AAED9E2E}"/>
                      </a:ext>
                    </a:extLst>
                  </p:cNvPr>
                  <p:cNvSpPr/>
                  <p:nvPr/>
                </p:nvSpPr>
                <p:spPr>
                  <a:xfrm>
                    <a:off x="6559012" y="275370"/>
                    <a:ext cx="1080000" cy="108000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it-IT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127" name="Gruppo 126">
                  <a:extLst>
                    <a:ext uri="{FF2B5EF4-FFF2-40B4-BE49-F238E27FC236}">
                      <a16:creationId xmlns:a16="http://schemas.microsoft.com/office/drawing/2014/main" id="{F8006F98-6A45-13DB-393E-6AF7C8780EB3}"/>
                    </a:ext>
                  </a:extLst>
                </p:cNvPr>
                <p:cNvGrpSpPr/>
                <p:nvPr/>
              </p:nvGrpSpPr>
              <p:grpSpPr>
                <a:xfrm>
                  <a:off x="7639012" y="2435370"/>
                  <a:ext cx="1080000" cy="1080000"/>
                  <a:chOff x="6559012" y="275370"/>
                  <a:chExt cx="1080000" cy="1080000"/>
                </a:xfrm>
              </p:grpSpPr>
              <p:sp>
                <p:nvSpPr>
                  <p:cNvPr id="134" name="Rettangolo 133">
                    <a:extLst>
                      <a:ext uri="{FF2B5EF4-FFF2-40B4-BE49-F238E27FC236}">
                        <a16:creationId xmlns:a16="http://schemas.microsoft.com/office/drawing/2014/main" id="{43DC8B81-0A4C-9254-9E04-60081157B401}"/>
                      </a:ext>
                    </a:extLst>
                  </p:cNvPr>
                  <p:cNvSpPr/>
                  <p:nvPr/>
                </p:nvSpPr>
                <p:spPr>
                  <a:xfrm>
                    <a:off x="6577012" y="293370"/>
                    <a:ext cx="1044000" cy="1044000"/>
                  </a:xfrm>
                  <a:prstGeom prst="rect">
                    <a:avLst/>
                  </a:prstGeom>
                  <a:solidFill>
                    <a:srgbClr val="0B0000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it-IT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35" name="Rettangolo 134">
                    <a:extLst>
                      <a:ext uri="{FF2B5EF4-FFF2-40B4-BE49-F238E27FC236}">
                        <a16:creationId xmlns:a16="http://schemas.microsoft.com/office/drawing/2014/main" id="{4FBB8793-7743-BF61-065C-872E90CCBAC5}"/>
                      </a:ext>
                    </a:extLst>
                  </p:cNvPr>
                  <p:cNvSpPr/>
                  <p:nvPr/>
                </p:nvSpPr>
                <p:spPr>
                  <a:xfrm>
                    <a:off x="6559012" y="275370"/>
                    <a:ext cx="1080000" cy="108000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it-IT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128" name="Gruppo 127">
                  <a:extLst>
                    <a:ext uri="{FF2B5EF4-FFF2-40B4-BE49-F238E27FC236}">
                      <a16:creationId xmlns:a16="http://schemas.microsoft.com/office/drawing/2014/main" id="{A1FBD020-DFBE-5392-E3A8-4A2FA53A65ED}"/>
                    </a:ext>
                  </a:extLst>
                </p:cNvPr>
                <p:cNvGrpSpPr/>
                <p:nvPr/>
              </p:nvGrpSpPr>
              <p:grpSpPr>
                <a:xfrm>
                  <a:off x="8719012" y="1355370"/>
                  <a:ext cx="1080000" cy="1080000"/>
                  <a:chOff x="6559012" y="275370"/>
                  <a:chExt cx="1080000" cy="1080000"/>
                </a:xfrm>
              </p:grpSpPr>
              <p:sp>
                <p:nvSpPr>
                  <p:cNvPr id="132" name="Rettangolo 131">
                    <a:extLst>
                      <a:ext uri="{FF2B5EF4-FFF2-40B4-BE49-F238E27FC236}">
                        <a16:creationId xmlns:a16="http://schemas.microsoft.com/office/drawing/2014/main" id="{FDCF832E-419A-68FA-6335-B1E70CA37932}"/>
                      </a:ext>
                    </a:extLst>
                  </p:cNvPr>
                  <p:cNvSpPr/>
                  <p:nvPr/>
                </p:nvSpPr>
                <p:spPr>
                  <a:xfrm>
                    <a:off x="6577012" y="293370"/>
                    <a:ext cx="1044000" cy="1044000"/>
                  </a:xfrm>
                  <a:prstGeom prst="rect">
                    <a:avLst/>
                  </a:prstGeom>
                  <a:solidFill>
                    <a:srgbClr val="0D0000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it-IT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33" name="Rettangolo 132">
                    <a:extLst>
                      <a:ext uri="{FF2B5EF4-FFF2-40B4-BE49-F238E27FC236}">
                        <a16:creationId xmlns:a16="http://schemas.microsoft.com/office/drawing/2014/main" id="{0E72E09F-6ED6-E489-B17D-ABE088E9FBE8}"/>
                      </a:ext>
                    </a:extLst>
                  </p:cNvPr>
                  <p:cNvSpPr/>
                  <p:nvPr/>
                </p:nvSpPr>
                <p:spPr>
                  <a:xfrm>
                    <a:off x="6559012" y="275370"/>
                    <a:ext cx="1080000" cy="108000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it-IT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129" name="Gruppo 128">
                  <a:extLst>
                    <a:ext uri="{FF2B5EF4-FFF2-40B4-BE49-F238E27FC236}">
                      <a16:creationId xmlns:a16="http://schemas.microsoft.com/office/drawing/2014/main" id="{CE3785EC-EE03-1AC9-828E-F8238A5E367F}"/>
                    </a:ext>
                  </a:extLst>
                </p:cNvPr>
                <p:cNvGrpSpPr/>
                <p:nvPr/>
              </p:nvGrpSpPr>
              <p:grpSpPr>
                <a:xfrm>
                  <a:off x="8719012" y="2435370"/>
                  <a:ext cx="1080000" cy="1080000"/>
                  <a:chOff x="6559012" y="275370"/>
                  <a:chExt cx="1080000" cy="1080000"/>
                </a:xfrm>
              </p:grpSpPr>
              <p:sp>
                <p:nvSpPr>
                  <p:cNvPr id="130" name="Rettangolo 129">
                    <a:extLst>
                      <a:ext uri="{FF2B5EF4-FFF2-40B4-BE49-F238E27FC236}">
                        <a16:creationId xmlns:a16="http://schemas.microsoft.com/office/drawing/2014/main" id="{1CBFC09B-D452-7FD2-3507-B65B98961028}"/>
                      </a:ext>
                    </a:extLst>
                  </p:cNvPr>
                  <p:cNvSpPr/>
                  <p:nvPr/>
                </p:nvSpPr>
                <p:spPr>
                  <a:xfrm>
                    <a:off x="6577012" y="293370"/>
                    <a:ext cx="1044000" cy="1044000"/>
                  </a:xfrm>
                  <a:prstGeom prst="rect">
                    <a:avLst/>
                  </a:prstGeom>
                  <a:solidFill>
                    <a:srgbClr val="0A0000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it-IT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31" name="Rettangolo 130">
                    <a:extLst>
                      <a:ext uri="{FF2B5EF4-FFF2-40B4-BE49-F238E27FC236}">
                        <a16:creationId xmlns:a16="http://schemas.microsoft.com/office/drawing/2014/main" id="{B61DA3E6-D7F9-045E-21ED-B15F38B689A8}"/>
                      </a:ext>
                    </a:extLst>
                  </p:cNvPr>
                  <p:cNvSpPr/>
                  <p:nvPr/>
                </p:nvSpPr>
                <p:spPr>
                  <a:xfrm>
                    <a:off x="6559012" y="275370"/>
                    <a:ext cx="1080000" cy="108000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it-IT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p:grpSp>
          </p:grpSp>
        </p:grpSp>
      </p:grpSp>
    </p:spTree>
    <p:extLst>
      <p:ext uri="{BB962C8B-B14F-4D97-AF65-F5344CB8AC3E}">
        <p14:creationId xmlns:p14="http://schemas.microsoft.com/office/powerpoint/2010/main" val="3174842800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1_Tema di Office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Antonio Brau</dc:creator>
  <cp:lastModifiedBy>Antonio Brau</cp:lastModifiedBy>
  <cp:revision>1</cp:revision>
  <dcterms:created xsi:type="dcterms:W3CDTF">2025-11-25T17:09:13Z</dcterms:created>
  <dcterms:modified xsi:type="dcterms:W3CDTF">2025-11-25T17:11:02Z</dcterms:modified>
</cp:coreProperties>
</file>